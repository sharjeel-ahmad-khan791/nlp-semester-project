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320040" cy="49971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822960"/>
            <a:ext cx="1371600" cy="1371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51560"/>
            <a:ext cx="640080" cy="64008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051560"/>
            <a:ext cx="640080" cy="64008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1051560"/>
            <a:ext cx="640080" cy="6400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48640" y="23317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System</a:t>
            </a:r>
            <a:endParaRPr lang="en-US" sz="4200" dirty="0"/>
          </a:p>
        </p:txBody>
      </p:sp>
      <p:sp>
        <p:nvSpPr>
          <p:cNvPr id="10" name="Text 4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Text Emotion Detection</a:t>
            </a:r>
            <a:endParaRPr lang="en-US" sz="2000" dirty="0"/>
          </a:p>
        </p:txBody>
      </p:sp>
      <p:sp>
        <p:nvSpPr>
          <p:cNvPr id="11" name="Shape 5"/>
          <p:cNvSpPr/>
          <p:nvPr/>
        </p:nvSpPr>
        <p:spPr>
          <a:xfrm>
            <a:off x="548640" y="3657600"/>
            <a:ext cx="1828800" cy="384048"/>
          </a:xfrm>
          <a:prstGeom prst="round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48640" y="3657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DistilBERT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749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thousands of reviews, comments &amp; opinions are posted online.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all of them manually is: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time-consuming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human bias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&amp; unscalable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cannot quickly measure the overall mood of thousands of reviews.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3474720"/>
          </a:xfrm>
          <a:prstGeom prst="rect">
            <a:avLst/>
          </a:prstGeom>
          <a:solidFill>
            <a:srgbClr val="F0FFF8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9202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92040" y="1874520"/>
            <a:ext cx="374904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Sentiment Analysis system that automatically detects whether text is: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NEGATIVE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DistilBERT + Gradio web interface.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delivered instantly with confidence scores.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Sentiment Analysis System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554480"/>
            <a:ext cx="411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234440"/>
            <a:ext cx="685800" cy="68580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2011680"/>
            <a:ext cx="1417320" cy="2560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560320"/>
            <a:ext cx="12618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or pastes text into the Gradio web 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411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2344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011680" y="2011680"/>
            <a:ext cx="1417320" cy="2560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560320"/>
            <a:ext cx="12618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tokenizes and understands context of each word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554480"/>
            <a:ext cx="411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2344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749040" y="2011680"/>
            <a:ext cx="1417320" cy="2560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22192" y="2560320"/>
            <a:ext cx="12618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computes confidence score (e.g., 95% Positive)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554480"/>
            <a:ext cx="41148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123444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486400" y="2011680"/>
            <a:ext cx="1417320" cy="2560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560320"/>
            <a:ext cx="12618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POSITIVE / NEGATIVE label with percentage score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543800" y="1234440"/>
            <a:ext cx="685800" cy="685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223760" y="2011680"/>
            <a:ext cx="1417320" cy="25603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23760" y="2011680"/>
            <a:ext cx="1417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2560320"/>
            <a:ext cx="1261872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auto-saved to CSV file for records &amp; analysis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DistilBERT:  Lightweight BERT model by Hugging Face — pre-trained on millions of texts — fast, accurate, no training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704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075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33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8836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product reviews to improve services &amp; boost customer satisfaction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2112" y="11704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30759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35331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19272" y="18836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public opinion on campaigns &amp; monitor brand reputation in real-time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11704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27064" y="1307592"/>
            <a:ext cx="502920" cy="50292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5331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21424" y="1280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Centers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27064" y="18836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prioritize negative feedback quickly for faster resolution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74320" y="29992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11480" y="31363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8211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Students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1480" y="37124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large text datasets efficiently for academic &amp; research purposes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82112" y="29992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19272" y="3136392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182112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Media Orgs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19272" y="37124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audience reactions to published content &amp; stories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89904" y="2999232"/>
            <a:ext cx="2743200" cy="1645920"/>
          </a:xfrm>
          <a:prstGeom prst="rect">
            <a:avLst/>
          </a:prstGeom>
          <a:solidFill>
            <a:srgbClr val="E8F4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27064" y="3136392"/>
            <a:ext cx="502920" cy="502920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182112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21424" y="3108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27064" y="3712464"/>
            <a:ext cx="246888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public opinion on policies and civic issues at scale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Sentiment Analysis System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Perspective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2743200" cy="3200400"/>
          </a:xfrm>
          <a:prstGeom prst="rect">
            <a:avLst/>
          </a:prstGeom>
          <a:solidFill>
            <a:srgbClr val="1A3A5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45920"/>
            <a:ext cx="2514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model — access via browser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installation required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yearly subscription plans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by usage volume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for new clients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743200" cy="3200400"/>
          </a:xfrm>
          <a:prstGeom prst="rect">
            <a:avLst/>
          </a:prstGeom>
          <a:solidFill>
            <a:srgbClr val="1A3A5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45920"/>
            <a:ext cx="2514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with customer reviews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corporations (social media / e-commerce)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research institutions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providers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051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BUY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2743200" cy="3200400"/>
          </a:xfrm>
          <a:prstGeom prst="rect">
            <a:avLst/>
          </a:prstGeom>
          <a:solidFill>
            <a:srgbClr val="1A3A50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645920"/>
            <a:ext cx="251460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hours of manual work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thousands of reviews instantly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&amp; unbiased — no human error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— no technical skills needed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all business sizes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just a college project — a ready-to-use solution that brings real value to real businesses."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System</dc:title>
  <dc:subject>PptxGenJS Presentation</dc:subject>
  <dc:creator>PptxGenJS</dc:creator>
  <cp:lastModifiedBy>PptxGenJS</cp:lastModifiedBy>
  <cp:revision>1</cp:revision>
  <dcterms:created xsi:type="dcterms:W3CDTF">2026-05-12T11:30:11Z</dcterms:created>
  <dcterms:modified xsi:type="dcterms:W3CDTF">2026-05-12T11:30:11Z</dcterms:modified>
</cp:coreProperties>
</file>